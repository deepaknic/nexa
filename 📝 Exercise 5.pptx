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68" r:id="rId17"/>
    <p:sldId id="269" r:id="rId18"/>
    <p:sldId id="275" r:id="rId19"/>
    <p:sldId id="270" r:id="rId20"/>
    <p:sldId id="27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1A237E"/>
                </a:solidFill>
              </a:defRPr>
            </a:pPr>
            <a:r>
              <a:t>MS Excel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F5350"/>
                </a:solidFill>
              </a:defRPr>
            </a:pPr>
            <a:r>
              <a:t>Exercise - 5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Data Tools, Shortcuts &amp;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NEXA Computer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65033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the following Employee Data Table.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96656"/>
              </p:ext>
            </p:extLst>
          </p:nvPr>
        </p:nvGraphicFramePr>
        <p:xfrm>
          <a:off x="548640" y="1318260"/>
          <a:ext cx="11064235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1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Emp ID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Employee 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Department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City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Mobile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Salary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Amit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9876543210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102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Neha Sharma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HR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9123456789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38000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Rahul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Kanpur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9876512345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Priya Verma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IT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Agra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9988776655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Mohit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9876501234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106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Anjali Mishra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9123409876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41000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Karan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Kanpur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9876545678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39000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102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Neha Sharma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HR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9123456789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38000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Rohan Yadav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9876123456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1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110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Suman Patel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9876001234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44000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Always keep headers in the first row for easy filtering and sorting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lang="en-US" sz="2800" dirty="0"/>
              <a:t>Enter all data in Excel as shown in the table above.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lang="en-US" sz="2800" dirty="0"/>
              <a:t>Make sure headers are in Row 1 and data starts from Row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Excel Table auto-applies filters, banded rows, and structured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E05B-53BC-6FE0-8B63-C4FEF3E7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7CB4F3-F779-F0FE-69E0-FA885DFFA08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21233E-8B4F-6847-44B2-151614C661E5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294F8-6452-F32E-D3BC-FB38E7B20101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8139BA-287D-759A-E25B-B0AB6EC2308A}"/>
              </a:ext>
            </a:extLst>
          </p:cNvPr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0E5FB-0F75-DB4B-94D6-FEB1B12D29F4}"/>
              </a:ext>
            </a:extLst>
          </p:cNvPr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489A8-B4A2-3B1A-D431-544D716C0134}"/>
              </a:ext>
            </a:extLst>
          </p:cNvPr>
          <p:cNvSpPr txBox="1"/>
          <p:nvPr/>
        </p:nvSpPr>
        <p:spPr>
          <a:xfrm>
            <a:off x="1371600" y="804672"/>
            <a:ext cx="46739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an Excel Table (Ctrl + T)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F0CD59-6F56-548D-67CD-93C37E919426}"/>
              </a:ext>
            </a:extLst>
          </p:cNvPr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CC967-225B-AFC0-F724-40ED15C0B1DB}"/>
              </a:ext>
            </a:extLst>
          </p:cNvPr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E1AC3-060E-8233-678F-656C7FA13CF3}"/>
              </a:ext>
            </a:extLst>
          </p:cNvPr>
          <p:cNvSpPr txBox="1"/>
          <p:nvPr/>
        </p:nvSpPr>
        <p:spPr>
          <a:xfrm>
            <a:off x="640080" y="1920240"/>
            <a:ext cx="108813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complete data range (A1:G11).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Ctrl + 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Tick 'My table has headers'.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1868D-A4C5-6210-29A1-222F2889CAE8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216CB-8534-9BD6-F8E0-AE5B28777D04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Excel Table auto-applies filters, banded rows, and structured references</a:t>
            </a:r>
          </a:p>
        </p:txBody>
      </p:sp>
    </p:spTree>
    <p:extLst>
      <p:ext uri="{BB962C8B-B14F-4D97-AF65-F5344CB8AC3E}">
        <p14:creationId xmlns:p14="http://schemas.microsoft.com/office/powerpoint/2010/main" val="219192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41924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/>
              <a:t>Sort Employee Name (A–Z)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Home Tab → Sort &amp; Filter → Sort A to 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rPr dirty="0"/>
              <a:t>Tip: Sorting helps quickly locate any employee alphabetically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39360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Filter only IT Department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Filter → Click Department dropdown arrow → Select only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Use Filter to view only the records you need without deleting others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41469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Remove Duplicate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table.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Remove Duplicates.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'Employee ID' column.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Always keep a backup before removing duplicates — action cannot be undone easily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4265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Department Drop-down (Data Validation)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Department cells (C2:C11).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Data Validation.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Allow → List.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Source → </a:t>
            </a:r>
            <a:r>
              <a:rPr sz="2800" dirty="0" err="1"/>
              <a:t>IT,HR,Sales,Finance</a:t>
            </a: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Data Validation prevents typing errors by restricting input to predefined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0376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Calculate Total Salary (AutoSum)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Alt + =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OR manually type: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=SUM(F2:F11)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Alt + = is the fastest way to sum a column of numbers in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33422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Toggle Filter Shortcut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Ctrl + Shift + L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again to remove filters.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This shortcut quickly adds or removes filter arrows from table headers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13896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Edit 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any cell.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F2 to enter edit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F2 is faster than double-clicking and works on any selected cell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2983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Remove Extra Spaces using TRIM()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140423"/>
              </p:ext>
            </p:extLst>
          </p:nvPr>
        </p:nvGraphicFramePr>
        <p:xfrm>
          <a:off x="548640" y="1463040"/>
          <a:ext cx="1106424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Wrong 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Correct 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  Amit </a:t>
                      </a:r>
                      <a:r>
                        <a:rPr lang="en-US" sz="2000" dirty="0"/>
                        <a:t>   </a:t>
                      </a:r>
                      <a:r>
                        <a:rPr sz="2000" dirty="0"/>
                        <a:t>Kumar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Neha  </a:t>
                      </a:r>
                      <a:r>
                        <a:rPr lang="en-US" sz="2000" dirty="0"/>
                        <a:t>  </a:t>
                      </a:r>
                      <a:r>
                        <a:rPr sz="2000" dirty="0"/>
                        <a:t>Sharma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sz="2000"/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 Rahul</a:t>
                      </a:r>
                      <a:r>
                        <a:rPr lang="en-US" sz="2000" dirty="0"/>
                        <a:t>             </a:t>
                      </a:r>
                      <a:r>
                        <a:rPr sz="2000" dirty="0"/>
                        <a:t> Singh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Priya </a:t>
                      </a:r>
                      <a:r>
                        <a:rPr lang="en-US" sz="2000" dirty="0"/>
                        <a:t>                       </a:t>
                      </a:r>
                      <a:r>
                        <a:rPr sz="2000" dirty="0"/>
                        <a:t> Verma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sz="2000"/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 Mohit</a:t>
                      </a:r>
                      <a:r>
                        <a:rPr lang="en-US" sz="2000" dirty="0"/>
                        <a:t>   </a:t>
                      </a:r>
                      <a:r>
                        <a:rPr sz="2000" dirty="0"/>
                        <a:t>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endParaRPr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069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04FD13-EF56-2338-0555-14627BC339AD}"/>
              </a:ext>
            </a:extLst>
          </p:cNvPr>
          <p:cNvGrpSpPr/>
          <p:nvPr/>
        </p:nvGrpSpPr>
        <p:grpSpPr>
          <a:xfrm>
            <a:off x="365760" y="4480560"/>
            <a:ext cx="11430000" cy="1554480"/>
            <a:chOff x="365760" y="3931920"/>
            <a:chExt cx="11430000" cy="1554480"/>
          </a:xfrm>
        </p:grpSpPr>
        <p:sp>
          <p:nvSpPr>
            <p:cNvPr id="9" name="Rounded Rectangle 8"/>
            <p:cNvSpPr/>
            <p:nvPr/>
          </p:nvSpPr>
          <p:spPr>
            <a:xfrm>
              <a:off x="365760" y="3931920"/>
              <a:ext cx="11430000" cy="1554480"/>
            </a:xfrm>
            <a:prstGeom prst="roundRect">
              <a:avLst>
                <a:gd name="adj" fmla="val 8000"/>
              </a:avLst>
            </a:prstGeom>
            <a:solidFill>
              <a:srgbClr val="FAFAFC"/>
            </a:solidFill>
            <a:ln w="31750">
              <a:solidFill>
                <a:srgbClr val="1A237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080" y="4194810"/>
              <a:ext cx="10881360" cy="10823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000"/>
                </a:spcAft>
                <a:defRPr sz="1700">
                  <a:solidFill>
                    <a:srgbClr val="212121"/>
                  </a:solidFill>
                </a:defRPr>
              </a:pPr>
              <a:r>
                <a:rPr sz="2800" dirty="0"/>
                <a:t>In Correct Name cell (B2), type: =TRIM(A2)</a:t>
              </a:r>
            </a:p>
            <a:p>
              <a:pPr>
                <a:spcAft>
                  <a:spcPts val="1000"/>
                </a:spcAft>
                <a:defRPr sz="1700">
                  <a:solidFill>
                    <a:srgbClr val="212121"/>
                  </a:solidFill>
                </a:defRPr>
              </a:pPr>
              <a:r>
                <a:rPr sz="2800" dirty="0"/>
                <a:t>Press Enter &gt;&gt; Drag down to copy formula.</a:t>
              </a:r>
            </a:p>
          </p:txBody>
        </p:sp>
      </p:grp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TRIM removes leading, trailing, and extra spaces between words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48486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Find and Replace Wrong Values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777531"/>
              </p:ext>
            </p:extLst>
          </p:nvPr>
        </p:nvGraphicFramePr>
        <p:xfrm>
          <a:off x="548640" y="1463040"/>
          <a:ext cx="11064240" cy="2420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800"/>
                        <a:t>Existing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800"/>
                        <a:t>Correct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Delhi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 dirty="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Ctrl + H opens Find &amp; Replace — use it to fix bulk spelling mistakes instantly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D86F-2AE4-F293-FB9C-523643A7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CAA178-8D3F-3B50-AE83-6A80282D8ED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A5986D-E07F-6831-CB41-2D71BB953EAB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2502C-32AD-2862-26F9-D1DB4A61BA15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3D2058-4A07-7C95-BCC5-4F4330EB06FC}"/>
              </a:ext>
            </a:extLst>
          </p:cNvPr>
          <p:cNvSpPr/>
          <p:nvPr/>
        </p:nvSpPr>
        <p:spPr>
          <a:xfrm>
            <a:off x="365760" y="1435608"/>
            <a:ext cx="11430000" cy="461772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C3C5A-C79E-A305-BEB5-592F359CFD3E}"/>
              </a:ext>
            </a:extLst>
          </p:cNvPr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4ECBB-24E4-52F3-0470-0E47F4B81384}"/>
              </a:ext>
            </a:extLst>
          </p:cNvPr>
          <p:cNvSpPr txBox="1"/>
          <p:nvPr/>
        </p:nvSpPr>
        <p:spPr>
          <a:xfrm>
            <a:off x="582930" y="2180844"/>
            <a:ext cx="1088136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Press Ctrl + H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Find What → </a:t>
            </a:r>
            <a:r>
              <a:rPr sz="2800" dirty="0" err="1"/>
              <a:t>Hr</a:t>
            </a: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Replace With → HR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Replace All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Repeat for other wrong values.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794625-D933-1CEE-D5FE-61C182BA2EF3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D412F0-D0D1-F2B9-695D-5C25F95B54E2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Ctrl + H opens Find &amp; Replace — use it to fix bulk spelling mistakes instantly</a:t>
            </a:r>
          </a:p>
        </p:txBody>
      </p:sp>
    </p:spTree>
    <p:extLst>
      <p:ext uri="{BB962C8B-B14F-4D97-AF65-F5344CB8AC3E}">
        <p14:creationId xmlns:p14="http://schemas.microsoft.com/office/powerpoint/2010/main" val="236953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C7B3-1D54-C4A8-9AD0-43383CCA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C879EA-472E-5C36-86E4-BDC99BF4AB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D90E5-8842-92D8-7238-64EB382D84E1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DED43-37C7-D5CA-E51E-C68AECF567F4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E9F55D-ACF3-C696-52A9-86DE77F7A38F}"/>
              </a:ext>
            </a:extLst>
          </p:cNvPr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11DFE-55FF-44B2-95B5-D4CC6F53C359}"/>
              </a:ext>
            </a:extLst>
          </p:cNvPr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C774D-E612-C4ED-1B49-A64433296C74}"/>
              </a:ext>
            </a:extLst>
          </p:cNvPr>
          <p:cNvSpPr txBox="1"/>
          <p:nvPr/>
        </p:nvSpPr>
        <p:spPr>
          <a:xfrm>
            <a:off x="1371600" y="804672"/>
            <a:ext cx="58095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Split Full Name into First &amp; Last Name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644E66-0F56-7B47-F0E1-E11B7B525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197317"/>
              </p:ext>
            </p:extLst>
          </p:nvPr>
        </p:nvGraphicFramePr>
        <p:xfrm>
          <a:off x="4560570" y="1283970"/>
          <a:ext cx="3040380" cy="2796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435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Full 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3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Amit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3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Neha Sharma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3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Rahul Singh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3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Priya Verma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3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Mohit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B36F0FB-CF87-378F-3679-7DAD49B770AA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80872-2BBB-5C3C-B0F6-4A2CB68444ED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Text to Columns splits one column into multiple using a delimiter like space or comma</a:t>
            </a:r>
          </a:p>
        </p:txBody>
      </p:sp>
    </p:spTree>
    <p:extLst>
      <p:ext uri="{BB962C8B-B14F-4D97-AF65-F5344CB8AC3E}">
        <p14:creationId xmlns:p14="http://schemas.microsoft.com/office/powerpoint/2010/main" val="3316967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45870"/>
            <a:ext cx="11430000" cy="424053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07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70" y="202311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Full Name column.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Text to Columns.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Delimited → Next.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Tick Space.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Finish.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Text to Columns splits one column into multiple using a delimiter like space or comma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0637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Split Mobile Number &amp; City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620363"/>
              </p:ext>
            </p:extLst>
          </p:nvPr>
        </p:nvGraphicFramePr>
        <p:xfrm>
          <a:off x="3970020" y="1341120"/>
          <a:ext cx="4221480" cy="304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321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800"/>
                        <a:t>Details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9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Delhi-9876543210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9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Lucknow-9123456789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9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Kanpur-9988776655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9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/>
                        <a:t>Agra-9876501234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9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400" dirty="0"/>
                        <a:t>Delhi-9123409876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Use 'Other' delimiter for custom separators like hyphen, slash, or dot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23E9-1EDD-D7B2-BB71-8BDB5BF5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E9DA0-25AB-8674-45B7-EC55A587F79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AFD84-FC1C-907A-7CF2-7ED5D2F722EA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7DD76-129A-3EE5-3DDB-23373934FDB8}"/>
              </a:ext>
            </a:extLst>
          </p:cNvPr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F77904-050B-2908-F6AB-B9647B8212D3}"/>
              </a:ext>
            </a:extLst>
          </p:cNvPr>
          <p:cNvSpPr/>
          <p:nvPr/>
        </p:nvSpPr>
        <p:spPr>
          <a:xfrm>
            <a:off x="365760" y="1219200"/>
            <a:ext cx="11430000" cy="426720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C7308-1940-60B3-A778-0F62170CCF41}"/>
              </a:ext>
            </a:extLst>
          </p:cNvPr>
          <p:cNvSpPr txBox="1"/>
          <p:nvPr/>
        </p:nvSpPr>
        <p:spPr>
          <a:xfrm>
            <a:off x="640080" y="13487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8C056-A733-3C8B-67D3-D7372B765DCF}"/>
              </a:ext>
            </a:extLst>
          </p:cNvPr>
          <p:cNvSpPr txBox="1"/>
          <p:nvPr/>
        </p:nvSpPr>
        <p:spPr>
          <a:xfrm>
            <a:off x="640080" y="1899158"/>
            <a:ext cx="1088136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Details column.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Text to Columns.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Delimited → Next.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Other.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Type '-' (hyphen)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Finish.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5782F5-A97A-499F-2067-E3971D7F0926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EF05C-E1C2-25C5-32C1-8825675A7FD7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Use 'Other' delimiter for custom separators like hyphen, slash, or dot</a:t>
            </a:r>
          </a:p>
        </p:txBody>
      </p:sp>
    </p:spTree>
    <p:extLst>
      <p:ext uri="{BB962C8B-B14F-4D97-AF65-F5344CB8AC3E}">
        <p14:creationId xmlns:p14="http://schemas.microsoft.com/office/powerpoint/2010/main" val="4041283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0663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Apply Filter on Active 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Filter → Status dropdown → Select only 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Combine Filter with Sort to quickly analyze active employee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NEXA Computer Institute  |  MS Excel 2010  |  Exercise - 5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49050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Sort Salary (Largest to Smallest)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Home Tab → Sort &amp; Filter → Largest to Smallest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OR Data Tab → Sort → Column: Salary → Order: Largest to Smallest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Sorting by salary helps identify top earners and plan budgets easily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8506B-DD99-A269-1D53-CC1DED885252}"/>
              </a:ext>
            </a:extLst>
          </p:cNvPr>
          <p:cNvSpPr txBox="1"/>
          <p:nvPr/>
        </p:nvSpPr>
        <p:spPr>
          <a:xfrm>
            <a:off x="2249805" y="2091690"/>
            <a:ext cx="76923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914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1038</Words>
  <Application>Microsoft Office PowerPoint</Application>
  <PresentationFormat>Widescreen</PresentationFormat>
  <Paragraphs>244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Kumar</cp:lastModifiedBy>
  <cp:revision>4</cp:revision>
  <dcterms:created xsi:type="dcterms:W3CDTF">2013-01-27T09:14:16Z</dcterms:created>
  <dcterms:modified xsi:type="dcterms:W3CDTF">2026-08-07T06:04:45Z</dcterms:modified>
  <cp:category/>
</cp:coreProperties>
</file>