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80" r:id="rId22"/>
    <p:sldId id="28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7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  <a:r>
              <a:rPr dirty="0"/>
              <a:t>MS Excel 2010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505050"/>
                </a:solidFill>
              </a:defRPr>
            </a:pPr>
            <a:r>
              <a:t>Exercise - 4</a:t>
            </a:r>
            <a:br/>
            <a:r>
              <a:t>Advanced Mathematical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Create the following Student Result Table and calculate Total.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441850"/>
              </p:ext>
            </p:extLst>
          </p:nvPr>
        </p:nvGraphicFramePr>
        <p:xfrm>
          <a:off x="1371600" y="1657350"/>
          <a:ext cx="9143995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sz="2200"/>
                        <a:t>Roll No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sz="2200"/>
                        <a:t>Name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sz="2200"/>
                        <a:t>Hindi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sz="2200"/>
                        <a:t>English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sz="2200"/>
                        <a:t>Math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sz="2200"/>
                        <a:t>Science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rPr sz="2200"/>
                        <a:t>Total</a:t>
                      </a:r>
                    </a:p>
                  </a:txBody>
                  <a:tcPr>
                    <a:solidFill>
                      <a:srgbClr val="C8C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Amit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endParaRPr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Neha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endParaRPr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Rahul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endParaRPr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Priya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endParaRPr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Rohan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endParaRPr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Pooja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endParaRPr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Ankit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endParaRPr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Karan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endParaRPr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Suman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endParaRPr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8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Anjali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sz="220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endParaRPr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Type =SUM(C2:F2) in the Total cell (G2).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Press Enter &gt;&gt; Drag the fill handle down to G11 to copy the formula for all students.</a:t>
            </a:r>
          </a:p>
          <a:p>
            <a:endParaRPr/>
          </a:p>
          <a:p>
            <a:pPr>
              <a:defRPr sz="1800" i="1">
                <a:solidFill>
                  <a:srgbClr val="505050"/>
                </a:solidFill>
              </a:defRPr>
            </a:pPr>
            <a:r>
              <a:t>Tip: Always verify totals manually for a few rows to ensure your formula range is correct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Calculate Percentage (based on Total marks out of 400).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In Percentage cell (H2), type: =G2/400*100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Press Enter &gt;&gt; Drag the fill handle down to apply to all rows.</a:t>
            </a:r>
          </a:p>
          <a:p>
            <a:endParaRPr/>
          </a:p>
          <a:p>
            <a:pPr>
              <a:defRPr sz="1800" i="1">
                <a:solidFill>
                  <a:srgbClr val="505050"/>
                </a:solidFill>
              </a:defRPr>
            </a:pPr>
            <a:r>
              <a:t>Tip: You can also use =(G2/400)*100 for clarity. If maximum marks differ, change 400 accordingly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Find Highest Marks in Math.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Type: =MAX(E2:E11)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Result: 95 (Priya)</a:t>
            </a:r>
          </a:p>
          <a:p>
            <a:endParaRPr/>
          </a:p>
          <a:p>
            <a:pPr>
              <a:defRPr sz="1800" i="1">
                <a:solidFill>
                  <a:srgbClr val="505050"/>
                </a:solidFill>
              </a:defRPr>
            </a:pPr>
            <a:r>
              <a:t>Tip: MAX ignores empty cells but includes zero if present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Find Lowest Marks in English.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Type: =MIN(D2:D11)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Result: 60 (Rohan)</a:t>
            </a:r>
          </a:p>
          <a:p>
            <a:endParaRPr/>
          </a:p>
          <a:p>
            <a:pPr>
              <a:defRPr sz="1800" i="1">
                <a:solidFill>
                  <a:srgbClr val="505050"/>
                </a:solidFill>
              </a:defRPr>
            </a:pPr>
            <a:r>
              <a:t>Tip: MIN is useful for identifying students who need improvement in a subject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Find Average Science Marks.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Type: =AVERAGE(F2:F11)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Result: 80.2</a:t>
            </a:r>
          </a:p>
          <a:p>
            <a:endParaRPr/>
          </a:p>
          <a:p>
            <a:pPr>
              <a:defRPr sz="1800" i="1">
                <a:solidFill>
                  <a:srgbClr val="505050"/>
                </a:solidFill>
              </a:defRPr>
            </a:pPr>
            <a:r>
              <a:t>Tip: AVERAGE ignores blank cells but counts cells with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Q6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Count Total Students.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Type: =COUNT(A2:A11)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Result: 10</a:t>
            </a:r>
          </a:p>
          <a:p>
            <a:endParaRPr/>
          </a:p>
          <a:p>
            <a:pPr>
              <a:defRPr sz="1800" i="1">
                <a:solidFill>
                  <a:srgbClr val="505050"/>
                </a:solidFill>
              </a:defRPr>
            </a:pPr>
            <a:r>
              <a:t>Tip: COUNT only counts cells containing numbers. Use COUNTA to count text entries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Q7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Round Percentage to 0 Decimal Places.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In Rounded % cell, type: =ROUND(H2,0)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Drag down to copy the formula.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Results: 84, 82, 69, 92, 59, 87, 72, 94, 63, 88</a:t>
            </a:r>
          </a:p>
          <a:p>
            <a:endParaRPr/>
          </a:p>
          <a:p>
            <a:pPr>
              <a:defRPr sz="1800" i="1">
                <a:solidFill>
                  <a:srgbClr val="505050"/>
                </a:solidFill>
              </a:defRPr>
            </a:pPr>
            <a:r>
              <a:t>Tip: Use =ROUNDUP() to always round up or =ROUNDDOWN() to always round down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Find Square Root of 625.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Type: =SQRT(625)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Result: 25</a:t>
            </a:r>
          </a:p>
          <a:p>
            <a:endParaRPr/>
          </a:p>
          <a:p>
            <a:pPr>
              <a:defRPr sz="1800" i="1">
                <a:solidFill>
                  <a:srgbClr val="505050"/>
                </a:solidFill>
              </a:defRPr>
            </a:pPr>
            <a:r>
              <a:t>Tip: SQRT only works with positive numbers. For negative numbers, it returns an error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Q9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Find Power of 5 raised to 3 (5³).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Type: =POWER(5,3)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Result: 125</a:t>
            </a:r>
          </a:p>
          <a:p>
            <a:endParaRPr/>
          </a:p>
          <a:p>
            <a:pPr>
              <a:defRPr sz="1800" i="1">
                <a:solidFill>
                  <a:srgbClr val="505050"/>
                </a:solidFill>
              </a:defRPr>
            </a:pPr>
            <a:r>
              <a:t>Tip: You can also use the ^ operator: =5^3 gives the same result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97013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rPr dirty="0"/>
              <a:t>Q1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Generate Random Number Between 100–500.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NEXA Computer Institute  |  MS Excel 2010  |  Exercise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</a:defRPr>
            </a:pPr>
            <a:r>
              <a:t>Type: =RANDBETWEEN(100,500)</a:t>
            </a:r>
          </a:p>
          <a:p>
            <a:endParaRPr/>
          </a:p>
          <a:p>
            <a:pPr>
              <a:defRPr sz="1800" i="1">
                <a:solidFill>
                  <a:srgbClr val="505050"/>
                </a:solidFill>
              </a:defRPr>
            </a:pPr>
            <a:r>
              <a:t>Tip: RANDBETWEEN generates whole numbers only. For decimal random numbers, use =RAND()*(500-100)+100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F8506B-DD99-A269-1D53-CC1DED885252}"/>
              </a:ext>
            </a:extLst>
          </p:cNvPr>
          <p:cNvSpPr txBox="1"/>
          <p:nvPr/>
        </p:nvSpPr>
        <p:spPr>
          <a:xfrm>
            <a:off x="2249805" y="2091690"/>
            <a:ext cx="769239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39142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950</Words>
  <Application>Microsoft Office PowerPoint</Application>
  <PresentationFormat>Widescreen</PresentationFormat>
  <Paragraphs>187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Deepak Kumar</cp:lastModifiedBy>
  <cp:revision>5</cp:revision>
  <dcterms:created xsi:type="dcterms:W3CDTF">2013-01-27T09:14:16Z</dcterms:created>
  <dcterms:modified xsi:type="dcterms:W3CDTF">2026-08-07T06:04:35Z</dcterms:modified>
  <cp:category/>
</cp:coreProperties>
</file>