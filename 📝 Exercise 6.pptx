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70" r:id="rId7"/>
    <p:sldId id="260" r:id="rId8"/>
    <p:sldId id="261" r:id="rId9"/>
    <p:sldId id="262" r:id="rId10"/>
    <p:sldId id="271" r:id="rId11"/>
    <p:sldId id="263" r:id="rId12"/>
    <p:sldId id="264" r:id="rId13"/>
    <p:sldId id="265" r:id="rId14"/>
    <p:sldId id="266" r:id="rId15"/>
    <p:sldId id="267" r:id="rId16"/>
    <p:sldId id="268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1A237E"/>
                </a:solidFill>
              </a:defRPr>
            </a:pPr>
            <a:r>
              <a:t>MS Excel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5350"/>
                </a:solidFill>
              </a:defRPr>
            </a:pPr>
            <a:r>
              <a:t>Exercise - 6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Charts, Graphs &amp; Print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NEXA Computer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4619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 Column Chart from Student Marks data.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80747"/>
              </p:ext>
            </p:extLst>
          </p:nvPr>
        </p:nvGraphicFramePr>
        <p:xfrm>
          <a:off x="548640" y="1463040"/>
          <a:ext cx="1106424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 dirty="0"/>
                        <a:t>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Hindi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English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Math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Science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Amit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Neha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88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79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75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84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Priya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92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91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95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90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Rohan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Column charts are best for comparing values across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E9EF-B069-85FC-C45F-C0D94241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77EEA4-A161-9031-8AD5-E1656DC78C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9E6D8-18BD-FBFF-E9F5-AE7BFB756A0D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503A8-0151-F8C1-5A12-FC5761EDF18F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990652-893B-98CC-6308-53570B6340D4}"/>
              </a:ext>
            </a:extLst>
          </p:cNvPr>
          <p:cNvSpPr/>
          <p:nvPr/>
        </p:nvSpPr>
        <p:spPr>
          <a:xfrm>
            <a:off x="365760" y="1051560"/>
            <a:ext cx="11430000" cy="2491613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27E2F-5F71-ED01-8EF5-C9DB4747F750}"/>
              </a:ext>
            </a:extLst>
          </p:cNvPr>
          <p:cNvSpPr txBox="1"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44E6B-7B70-43BF-943F-C19AF3205C86}"/>
              </a:ext>
            </a:extLst>
          </p:cNvPr>
          <p:cNvSpPr txBox="1"/>
          <p:nvPr/>
        </p:nvSpPr>
        <p:spPr>
          <a:xfrm>
            <a:off x="640080" y="155448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data range (A1:E6) including headers.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Charts → Column → Clustered Column.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 A column chart will appear on the sheet.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4652B-606C-C258-C819-E116340960EA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87D095-DCA1-E1BE-B53B-A2C750090848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rPr dirty="0"/>
              <a:t>Tip: Column charts are best for comparing values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35666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94438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 Pie Chart showing Department-wise Employee count.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00308"/>
              </p:ext>
            </p:extLst>
          </p:nvPr>
        </p:nvGraphicFramePr>
        <p:xfrm>
          <a:off x="548640" y="146304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Department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Employee 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HR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Finance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81000" y="4224528"/>
            <a:ext cx="11430000" cy="1879092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424053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" y="449199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Department and Count data.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Charts → Pie → 2-D Pie.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 pie chart showing department distribution will be created.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Pie charts are ideal for showing proportions of a whole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7412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 Line Chart for Monthly Sales Trend.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679263"/>
              </p:ext>
            </p:extLst>
          </p:nvPr>
        </p:nvGraphicFramePr>
        <p:xfrm>
          <a:off x="548640" y="1463040"/>
          <a:ext cx="1106424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Month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Sales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Feb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52000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48000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Apr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61000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Jun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72000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Line charts are perfect for showing trends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ED98-0C4D-E8E2-F59D-B30A9493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4F3C9-C48D-62A4-1BC1-550A2B09CF9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90A689-5E65-7E4F-90E0-8DE7ED33C3F8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FC2AF-83F3-EBB5-1A9F-54629DE00DBC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BB001F-F7FB-7CFB-B773-FC3C3D92D44D}"/>
              </a:ext>
            </a:extLst>
          </p:cNvPr>
          <p:cNvSpPr/>
          <p:nvPr/>
        </p:nvSpPr>
        <p:spPr>
          <a:xfrm>
            <a:off x="365760" y="1120140"/>
            <a:ext cx="11430000" cy="257175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14E62-5CC1-F43F-6002-58175D79CDBB}"/>
              </a:ext>
            </a:extLst>
          </p:cNvPr>
          <p:cNvSpPr txBox="1"/>
          <p:nvPr/>
        </p:nvSpPr>
        <p:spPr>
          <a:xfrm>
            <a:off x="640080" y="133731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BB574-E3F1-1FF5-A4E8-A23ADC439793}"/>
              </a:ext>
            </a:extLst>
          </p:cNvPr>
          <p:cNvSpPr txBox="1"/>
          <p:nvPr/>
        </p:nvSpPr>
        <p:spPr>
          <a:xfrm>
            <a:off x="800100" y="184023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Month and Sales data.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Charts → Line → Line with Markers.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The line chart will show sales trend over months.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4D63B-9653-22D1-B98D-BCA0A6CD0796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D7470-7174-FF85-099B-25C02912AB75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Line charts are perfect for showing trends over time</a:t>
            </a:r>
          </a:p>
        </p:txBody>
      </p:sp>
    </p:spTree>
    <p:extLst>
      <p:ext uri="{BB962C8B-B14F-4D97-AF65-F5344CB8AC3E}">
        <p14:creationId xmlns:p14="http://schemas.microsoft.com/office/powerpoint/2010/main" val="136009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47468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Add Chart Title and Axis Titles.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700016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7447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7370"/>
            <a:ext cx="10881360" cy="4437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on the Chart to select it.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Chart Tools → Layout → Chart Title → Above Chart.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Type: Student Marks Comparison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Axis Titles → Primary Horizontal Axis Title → Title Below Axis.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Type: Subjects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Axis Titles → Primary Vertical Axis Title → Rotated Title.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Type: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Clear titles make your chart self-explanatory without extra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5043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Add Data Labels to Pie Chart (show percentages).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on the Pie Chart.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Chart Tools → Layout → Data Labels → More Data Label Options.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'Percentage' and untick 'Value'.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Close. Percentages will now display on each slice.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Percentages help viewers quickly understand the share of each category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8845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Change Chart Style/Color using Chart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on the Chart.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Chart Tools → Design → Chart Styles.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Hover over styles to preview, click to apply.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change colors: Design → Change Colors → Choose a color palette.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Use consistent colors that match your presentation theme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E051F-C04F-7BDF-2AF4-086A26F6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31FDF3-8196-15E7-1136-7E43156B591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EB460-0EE7-B4CC-341E-CEE3297DC7FE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A6142-E8E0-E880-E161-334374B75462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9C94EC-014A-428C-3EFD-6F1AA064A954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01981-4C65-A567-5900-96153639E6D9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A27EC-FAE0-E155-5258-2AAE7CB1A0E0}"/>
              </a:ext>
            </a:extLst>
          </p:cNvPr>
          <p:cNvSpPr txBox="1"/>
          <p:nvPr/>
        </p:nvSpPr>
        <p:spPr>
          <a:xfrm>
            <a:off x="1371600" y="804672"/>
            <a:ext cx="59613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 Combo Chart (Column + Line).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9053C7-BF70-8D1D-04B8-022ACF736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326844"/>
              </p:ext>
            </p:extLst>
          </p:nvPr>
        </p:nvGraphicFramePr>
        <p:xfrm>
          <a:off x="548640" y="1463040"/>
          <a:ext cx="1106424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Month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Sales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Feb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52000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55000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Apr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61000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60000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55000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88C203A-8561-F146-341F-4271BFF157DE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7488D-A5CA-BE2B-F1DC-25E293584521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Combo charts let you compare two different data types in one view</a:t>
            </a:r>
          </a:p>
        </p:txBody>
      </p:sp>
    </p:spTree>
    <p:extLst>
      <p:ext uri="{BB962C8B-B14F-4D97-AF65-F5344CB8AC3E}">
        <p14:creationId xmlns:p14="http://schemas.microsoft.com/office/powerpoint/2010/main" val="257291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00150"/>
            <a:ext cx="11430000" cy="428625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" y="12527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1720215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data range.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Charts → Combo → Clustered Column – Line.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Sales will show as columns, Target as a line.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Combo charts let you compare two different data types in one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8448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Insert Sparklines (Mini charts in cells).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cell where you want the sparkline (e.g., G2).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Sparklines → Line (or Column / Win/Loss).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Range: Select B2:E2 (the row data).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Location Range: G2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 Drag down to fill for all 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Sparklines give a quick visual summary without taking much 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86206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Print Preview — Adjust Page Setup (Portrait/Landscape).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Ctrl + P to open Print Preview.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Page Layout Tab → Orientation → Landscape (for wide tables).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Or Page Layout → Orientation → Portrait (for tall data).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Adjust Margins: Page Layout → Margins → Narrow / Wide.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Landscape is better for wide tables; Portrait for standard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4998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Set Print Area and add Page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range you want to print (e.g., A1:E10).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Page Layout → Print Area → Set Print Area.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add Page Break: Click on the row below where you want the break.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Page Layout → Breaks → Insert Page Break.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Print Area ensures only selected data prints, ignoring empty cells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82823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Add Header &amp; Footer (Page Number, Date, File Name).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Header &amp; Footer.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in the Header area → Design Tab → Page Number.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in the center → Current Date.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in the right → File Name.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Same steps apply for Footer. Click anywhere on sheet to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Headers and footers help identify printed pages with date and page numbers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7353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Fit to Page — Print all columns on one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Page Layout Tab → Scale to Fit group.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Width: 1 page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Height: Automatic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Or: Page Layout → Print Titles → Sheet tab → Scaling → Fit to: 1 page wide.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Fit to Page prevents columns from being cut off when printing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8506B-DD99-A269-1D53-CC1DED885252}"/>
              </a:ext>
            </a:extLst>
          </p:cNvPr>
          <p:cNvSpPr txBox="1"/>
          <p:nvPr/>
        </p:nvSpPr>
        <p:spPr>
          <a:xfrm>
            <a:off x="2249805" y="2091690"/>
            <a:ext cx="76923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914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1056</Words>
  <Application>Microsoft Office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</cp:lastModifiedBy>
  <cp:revision>3</cp:revision>
  <dcterms:created xsi:type="dcterms:W3CDTF">2013-01-27T09:14:16Z</dcterms:created>
  <dcterms:modified xsi:type="dcterms:W3CDTF">2026-08-07T06:04:56Z</dcterms:modified>
  <cp:category/>
</cp:coreProperties>
</file>